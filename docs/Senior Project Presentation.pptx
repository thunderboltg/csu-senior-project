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1"/>
  </p:notesMasterIdLst>
  <p:sldIdLst>
    <p:sldId id="256" r:id="rId2"/>
    <p:sldId id="257" r:id="rId3"/>
    <p:sldId id="258" r:id="rId4"/>
    <p:sldId id="259" r:id="rId5"/>
    <p:sldId id="260" r:id="rId6"/>
    <p:sldId id="266" r:id="rId7"/>
    <p:sldId id="261" r:id="rId8"/>
    <p:sldId id="264" r:id="rId9"/>
    <p:sldId id="265"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285AE0A-8FB3-49D2-8A84-5DA8C19BE40E}" v="10" dt="2026-04-24T21:59:44.48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4" autoAdjust="0"/>
    <p:restoredTop sz="94660"/>
  </p:normalViewPr>
  <p:slideViewPr>
    <p:cSldViewPr snapToGrid="0">
      <p:cViewPr varScale="1">
        <p:scale>
          <a:sx n="151" d="100"/>
          <a:sy n="151" d="100"/>
        </p:scale>
        <p:origin x="624" y="1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shua P. Ingalls" userId="74651624-5317-4b32-8fca-05762cd3f6bd" providerId="ADAL" clId="{40C4C134-ABD3-479E-8A0D-B65A05523F87}"/>
    <pc:docChg chg="addSld modSld">
      <pc:chgData name="Joshua P. Ingalls" userId="74651624-5317-4b32-8fca-05762cd3f6bd" providerId="ADAL" clId="{40C4C134-ABD3-479E-8A0D-B65A05523F87}" dt="2026-04-24T21:59:44.481" v="323"/>
      <pc:docMkLst>
        <pc:docMk/>
      </pc:docMkLst>
      <pc:sldChg chg="modTransition">
        <pc:chgData name="Joshua P. Ingalls" userId="74651624-5317-4b32-8fca-05762cd3f6bd" providerId="ADAL" clId="{40C4C134-ABD3-479E-8A0D-B65A05523F87}" dt="2026-04-24T21:59:14.927" v="314"/>
        <pc:sldMkLst>
          <pc:docMk/>
          <pc:sldMk cId="601637722" sldId="256"/>
        </pc:sldMkLst>
      </pc:sldChg>
      <pc:sldChg chg="modTransition">
        <pc:chgData name="Joshua P. Ingalls" userId="74651624-5317-4b32-8fca-05762cd3f6bd" providerId="ADAL" clId="{40C4C134-ABD3-479E-8A0D-B65A05523F87}" dt="2026-04-24T21:59:17.487" v="315"/>
        <pc:sldMkLst>
          <pc:docMk/>
          <pc:sldMk cId="515239237" sldId="257"/>
        </pc:sldMkLst>
      </pc:sldChg>
      <pc:sldChg chg="modTransition">
        <pc:chgData name="Joshua P. Ingalls" userId="74651624-5317-4b32-8fca-05762cd3f6bd" providerId="ADAL" clId="{40C4C134-ABD3-479E-8A0D-B65A05523F87}" dt="2026-04-24T21:59:20.294" v="316"/>
        <pc:sldMkLst>
          <pc:docMk/>
          <pc:sldMk cId="4273087286" sldId="258"/>
        </pc:sldMkLst>
      </pc:sldChg>
      <pc:sldChg chg="modTransition">
        <pc:chgData name="Joshua P. Ingalls" userId="74651624-5317-4b32-8fca-05762cd3f6bd" providerId="ADAL" clId="{40C4C134-ABD3-479E-8A0D-B65A05523F87}" dt="2026-04-24T21:59:21.455" v="317"/>
        <pc:sldMkLst>
          <pc:docMk/>
          <pc:sldMk cId="1789976401" sldId="259"/>
        </pc:sldMkLst>
      </pc:sldChg>
      <pc:sldChg chg="modTransition">
        <pc:chgData name="Joshua P. Ingalls" userId="74651624-5317-4b32-8fca-05762cd3f6bd" providerId="ADAL" clId="{40C4C134-ABD3-479E-8A0D-B65A05523F87}" dt="2026-04-24T21:59:23.482" v="318"/>
        <pc:sldMkLst>
          <pc:docMk/>
          <pc:sldMk cId="1885664957" sldId="260"/>
        </pc:sldMkLst>
      </pc:sldChg>
      <pc:sldChg chg="modTransition">
        <pc:chgData name="Joshua P. Ingalls" userId="74651624-5317-4b32-8fca-05762cd3f6bd" providerId="ADAL" clId="{40C4C134-ABD3-479E-8A0D-B65A05523F87}" dt="2026-04-24T21:59:30.508" v="320"/>
        <pc:sldMkLst>
          <pc:docMk/>
          <pc:sldMk cId="1682145800" sldId="261"/>
        </pc:sldMkLst>
      </pc:sldChg>
      <pc:sldChg chg="modTransition">
        <pc:chgData name="Joshua P. Ingalls" userId="74651624-5317-4b32-8fca-05762cd3f6bd" providerId="ADAL" clId="{40C4C134-ABD3-479E-8A0D-B65A05523F87}" dt="2026-04-24T21:59:40.171" v="322"/>
        <pc:sldMkLst>
          <pc:docMk/>
          <pc:sldMk cId="3539870062" sldId="264"/>
        </pc:sldMkLst>
      </pc:sldChg>
      <pc:sldChg chg="modTransition">
        <pc:chgData name="Joshua P. Ingalls" userId="74651624-5317-4b32-8fca-05762cd3f6bd" providerId="ADAL" clId="{40C4C134-ABD3-479E-8A0D-B65A05523F87}" dt="2026-04-24T21:59:44.481" v="323"/>
        <pc:sldMkLst>
          <pc:docMk/>
          <pc:sldMk cId="1609139326" sldId="265"/>
        </pc:sldMkLst>
      </pc:sldChg>
      <pc:sldChg chg="modSp new mod modTransition">
        <pc:chgData name="Joshua P. Ingalls" userId="74651624-5317-4b32-8fca-05762cd3f6bd" providerId="ADAL" clId="{40C4C134-ABD3-479E-8A0D-B65A05523F87}" dt="2026-04-24T21:59:27.299" v="319"/>
        <pc:sldMkLst>
          <pc:docMk/>
          <pc:sldMk cId="509577071" sldId="266"/>
        </pc:sldMkLst>
        <pc:spChg chg="mod">
          <ac:chgData name="Joshua P. Ingalls" userId="74651624-5317-4b32-8fca-05762cd3f6bd" providerId="ADAL" clId="{40C4C134-ABD3-479E-8A0D-B65A05523F87}" dt="2026-04-24T21:51:35.514" v="9" actId="20577"/>
          <ac:spMkLst>
            <pc:docMk/>
            <pc:sldMk cId="509577071" sldId="266"/>
            <ac:spMk id="2" creationId="{E19D5222-21D7-E0D3-E229-82292605E3C9}"/>
          </ac:spMkLst>
        </pc:spChg>
        <pc:spChg chg="mod">
          <ac:chgData name="Joshua P. Ingalls" userId="74651624-5317-4b32-8fca-05762cd3f6bd" providerId="ADAL" clId="{40C4C134-ABD3-479E-8A0D-B65A05523F87}" dt="2026-04-24T21:59:06.843" v="313" actId="20577"/>
          <ac:spMkLst>
            <pc:docMk/>
            <pc:sldMk cId="509577071" sldId="266"/>
            <ac:spMk id="3" creationId="{134395A5-A87A-D318-784F-4C32F2C1F02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67602B-CEB6-420E-A413-B0F80E8B27BE}" type="datetimeFigureOut">
              <a:rPr lang="en-US" smtClean="0"/>
              <a:t>4/24/2026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AD28FF-3735-46CA-97CB-6A15B281AE92}" type="slidenum">
              <a:rPr lang="en-US" smtClean="0"/>
              <a:t>‹#›</a:t>
            </a:fld>
            <a:endParaRPr lang="en-US"/>
          </a:p>
        </p:txBody>
      </p:sp>
    </p:spTree>
    <p:extLst>
      <p:ext uri="{BB962C8B-B14F-4D97-AF65-F5344CB8AC3E}">
        <p14:creationId xmlns:p14="http://schemas.microsoft.com/office/powerpoint/2010/main" val="15051062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122A54E4-0E43-4C51-A939-F53AC564AB25}" type="datetime1">
              <a:rPr lang="en-US" smtClean="0"/>
              <a:t>4/24/2026</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E9EEF5BF-B5F1-4399-904B-40398DC385D6}" type="slidenum">
              <a:rPr lang="en-US" smtClean="0"/>
              <a:t>‹#›</a:t>
            </a:fld>
            <a:endParaRPr lang="en-US"/>
          </a:p>
        </p:txBody>
      </p:sp>
    </p:spTree>
    <p:extLst>
      <p:ext uri="{BB962C8B-B14F-4D97-AF65-F5344CB8AC3E}">
        <p14:creationId xmlns:p14="http://schemas.microsoft.com/office/powerpoint/2010/main" val="9222471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E2F0D9D-0C69-445C-9388-1DD2BCEC2756}" type="datetime1">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EEF5BF-B5F1-4399-904B-40398DC385D6}" type="slidenum">
              <a:rPr lang="en-US" smtClean="0"/>
              <a:t>‹#›</a:t>
            </a:fld>
            <a:endParaRPr lang="en-US"/>
          </a:p>
        </p:txBody>
      </p:sp>
    </p:spTree>
    <p:extLst>
      <p:ext uri="{BB962C8B-B14F-4D97-AF65-F5344CB8AC3E}">
        <p14:creationId xmlns:p14="http://schemas.microsoft.com/office/powerpoint/2010/main" val="17833324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5F29D9F-5C72-4DC2-8342-3DB00935F029}" type="datetime1">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EEF5BF-B5F1-4399-904B-40398DC385D6}" type="slidenum">
              <a:rPr lang="en-US" smtClean="0"/>
              <a:t>‹#›</a:t>
            </a:fld>
            <a:endParaRPr lang="en-US"/>
          </a:p>
        </p:txBody>
      </p:sp>
    </p:spTree>
    <p:extLst>
      <p:ext uri="{BB962C8B-B14F-4D97-AF65-F5344CB8AC3E}">
        <p14:creationId xmlns:p14="http://schemas.microsoft.com/office/powerpoint/2010/main" val="28928587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A48B1DC-A14D-4D9C-84F3-3489B83D2D9A}" type="datetime1">
              <a:rPr lang="en-US" smtClean="0"/>
              <a:t>4/24/2026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EEF5BF-B5F1-4399-904B-40398DC385D6}" type="slidenum">
              <a:rPr lang="en-US" smtClean="0"/>
              <a:t>‹#›</a:t>
            </a:fld>
            <a:endParaRPr lang="en-US"/>
          </a:p>
        </p:txBody>
      </p:sp>
    </p:spTree>
    <p:extLst>
      <p:ext uri="{BB962C8B-B14F-4D97-AF65-F5344CB8AC3E}">
        <p14:creationId xmlns:p14="http://schemas.microsoft.com/office/powerpoint/2010/main" val="28855825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8158E51-A44B-4E98-BC2A-D5E82A001DBD}" type="datetime1">
              <a:rPr lang="en-US" smtClean="0"/>
              <a:t>4/24/2026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9EEF5BF-B5F1-4399-904B-40398DC385D6}" type="slidenum">
              <a:rPr lang="en-US" smtClean="0"/>
              <a:t>‹#›</a:t>
            </a:fld>
            <a:endParaRPr lang="en-US"/>
          </a:p>
        </p:txBody>
      </p:sp>
    </p:spTree>
    <p:extLst>
      <p:ext uri="{BB962C8B-B14F-4D97-AF65-F5344CB8AC3E}">
        <p14:creationId xmlns:p14="http://schemas.microsoft.com/office/powerpoint/2010/main" val="2172950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65EAD8D-F7C8-4602-BAAF-76D409CE8619}" type="datetime1">
              <a:rPr lang="en-US" smtClean="0"/>
              <a:t>4/24/2026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9EEF5BF-B5F1-4399-904B-40398DC385D6}" type="slidenum">
              <a:rPr lang="en-US" smtClean="0"/>
              <a:t>‹#›</a:t>
            </a:fld>
            <a:endParaRPr lang="en-US"/>
          </a:p>
        </p:txBody>
      </p:sp>
    </p:spTree>
    <p:extLst>
      <p:ext uri="{BB962C8B-B14F-4D97-AF65-F5344CB8AC3E}">
        <p14:creationId xmlns:p14="http://schemas.microsoft.com/office/powerpoint/2010/main" val="13008910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BB43984-E54D-4FCF-AE0D-A878FB4ADB37}" type="datetime1">
              <a:rPr lang="en-US" smtClean="0"/>
              <a:t>4/24/2026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9EEF5BF-B5F1-4399-904B-40398DC385D6}" type="slidenum">
              <a:rPr lang="en-US" smtClean="0"/>
              <a:t>‹#›</a:t>
            </a:fld>
            <a:endParaRPr lang="en-US"/>
          </a:p>
        </p:txBody>
      </p:sp>
    </p:spTree>
    <p:extLst>
      <p:ext uri="{BB962C8B-B14F-4D97-AF65-F5344CB8AC3E}">
        <p14:creationId xmlns:p14="http://schemas.microsoft.com/office/powerpoint/2010/main" val="35619039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8974809-38BA-40EE-BE03-066B0D43697D}" type="datetime1">
              <a:rPr lang="en-US" smtClean="0"/>
              <a:t>4/24/2026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EEF5BF-B5F1-4399-904B-40398DC385D6}" type="slidenum">
              <a:rPr lang="en-US" smtClean="0"/>
              <a:t>‹#›</a:t>
            </a:fld>
            <a:endParaRPr lang="en-US"/>
          </a:p>
        </p:txBody>
      </p:sp>
    </p:spTree>
    <p:extLst>
      <p:ext uri="{BB962C8B-B14F-4D97-AF65-F5344CB8AC3E}">
        <p14:creationId xmlns:p14="http://schemas.microsoft.com/office/powerpoint/2010/main" val="30031435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B0C70AC-DB5D-4388-8F6A-CEE38A51F6FE}" type="datetime1">
              <a:rPr lang="en-US" smtClean="0"/>
              <a:t>4/24/2026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EEF5BF-B5F1-4399-904B-40398DC385D6}" type="slidenum">
              <a:rPr lang="en-US" smtClean="0"/>
              <a:t>‹#›</a:t>
            </a:fld>
            <a:endParaRPr lang="en-US"/>
          </a:p>
        </p:txBody>
      </p:sp>
    </p:spTree>
    <p:extLst>
      <p:ext uri="{BB962C8B-B14F-4D97-AF65-F5344CB8AC3E}">
        <p14:creationId xmlns:p14="http://schemas.microsoft.com/office/powerpoint/2010/main" val="22735515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3964242-7985-423A-A247-80B9447DE35E}" type="datetime1">
              <a:rPr lang="en-US" smtClean="0"/>
              <a:t>4/24/2026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EEF5BF-B5F1-4399-904B-40398DC385D6}" type="slidenum">
              <a:rPr lang="en-US" smtClean="0"/>
              <a:t>‹#›</a:t>
            </a:fld>
            <a:endParaRPr lang="en-US"/>
          </a:p>
        </p:txBody>
      </p:sp>
    </p:spTree>
    <p:extLst>
      <p:ext uri="{BB962C8B-B14F-4D97-AF65-F5344CB8AC3E}">
        <p14:creationId xmlns:p14="http://schemas.microsoft.com/office/powerpoint/2010/main" val="40638956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C377058-9F1E-4DCC-B525-DA2CC2D3D2CB}" type="datetime1">
              <a:rPr lang="en-US" smtClean="0"/>
              <a:t>4/24/2026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EEF5BF-B5F1-4399-904B-40398DC385D6}" type="slidenum">
              <a:rPr lang="en-US" smtClean="0"/>
              <a:t>‹#›</a:t>
            </a:fld>
            <a:endParaRPr lang="en-US"/>
          </a:p>
        </p:txBody>
      </p:sp>
    </p:spTree>
    <p:extLst>
      <p:ext uri="{BB962C8B-B14F-4D97-AF65-F5344CB8AC3E}">
        <p14:creationId xmlns:p14="http://schemas.microsoft.com/office/powerpoint/2010/main" val="15512998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4AEA813-51D3-4204-8653-306595E8D0F8}" type="datetime1">
              <a:rPr lang="en-US" smtClean="0"/>
              <a:t>4/24/2026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EEF5BF-B5F1-4399-904B-40398DC385D6}" type="slidenum">
              <a:rPr lang="en-US" smtClean="0"/>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2925669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62B4AB5-7AC8-4F60-9F71-4C7C47EDE233}" type="datetime1">
              <a:rPr lang="en-US" smtClean="0"/>
              <a:t>4/24/2026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EEF5BF-B5F1-4399-904B-40398DC385D6}" type="slidenum">
              <a:rPr lang="en-US" smtClean="0"/>
              <a:t>‹#›</a:t>
            </a:fld>
            <a:endParaRPr lang="en-US"/>
          </a:p>
        </p:txBody>
      </p:sp>
    </p:spTree>
    <p:extLst>
      <p:ext uri="{BB962C8B-B14F-4D97-AF65-F5344CB8AC3E}">
        <p14:creationId xmlns:p14="http://schemas.microsoft.com/office/powerpoint/2010/main" val="816346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1F5E106D-7736-42F9-833B-E247DDA1BBE0}" type="datetime1">
              <a:rPr lang="en-US" smtClean="0"/>
              <a:t>4/24/2026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9EEF5BF-B5F1-4399-904B-40398DC385D6}" type="slidenum">
              <a:rPr lang="en-US" smtClean="0"/>
              <a:t>‹#›</a:t>
            </a:fld>
            <a:endParaRPr lang="en-US"/>
          </a:p>
        </p:txBody>
      </p:sp>
    </p:spTree>
    <p:extLst>
      <p:ext uri="{BB962C8B-B14F-4D97-AF65-F5344CB8AC3E}">
        <p14:creationId xmlns:p14="http://schemas.microsoft.com/office/powerpoint/2010/main" val="22021957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C32BEF62-B6D8-4BA8-BC2C-3250E5E5019C}" type="datetime1">
              <a:rPr lang="en-US" smtClean="0"/>
              <a:t>4/24/2026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9EEF5BF-B5F1-4399-904B-40398DC385D6}" type="slidenum">
              <a:rPr lang="en-US" smtClean="0"/>
              <a:t>‹#›</a:t>
            </a:fld>
            <a:endParaRPr lang="en-US"/>
          </a:p>
        </p:txBody>
      </p:sp>
    </p:spTree>
    <p:extLst>
      <p:ext uri="{BB962C8B-B14F-4D97-AF65-F5344CB8AC3E}">
        <p14:creationId xmlns:p14="http://schemas.microsoft.com/office/powerpoint/2010/main" val="11335167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E109352-1F6F-4A6A-B12C-CE44940DF641}" type="datetime1">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EEF5BF-B5F1-4399-904B-40398DC385D6}" type="slidenum">
              <a:rPr lang="en-US" smtClean="0"/>
              <a:t>‹#›</a:t>
            </a:fld>
            <a:endParaRPr lang="en-US"/>
          </a:p>
        </p:txBody>
      </p:sp>
    </p:spTree>
    <p:extLst>
      <p:ext uri="{BB962C8B-B14F-4D97-AF65-F5344CB8AC3E}">
        <p14:creationId xmlns:p14="http://schemas.microsoft.com/office/powerpoint/2010/main" val="42498585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0AFDC54-A02E-424A-A9A3-48E818BE156D}" type="datetime1">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EEF5BF-B5F1-4399-904B-40398DC385D6}" type="slidenum">
              <a:rPr lang="en-US" smtClean="0"/>
              <a:t>‹#›</a:t>
            </a:fld>
            <a:endParaRPr lang="en-US"/>
          </a:p>
        </p:txBody>
      </p:sp>
    </p:spTree>
    <p:extLst>
      <p:ext uri="{BB962C8B-B14F-4D97-AF65-F5344CB8AC3E}">
        <p14:creationId xmlns:p14="http://schemas.microsoft.com/office/powerpoint/2010/main" val="33412856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0950D6B2-79EB-4043-85E4-0D4DB3B72A6B}" type="datetime1">
              <a:rPr lang="en-US" smtClean="0"/>
              <a:t>4/24/2026</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E9EEF5BF-B5F1-4399-904B-40398DC385D6}" type="slidenum">
              <a:rPr lang="en-US" smtClean="0"/>
              <a:t>‹#›</a:t>
            </a:fld>
            <a:endParaRPr lang="en-US"/>
          </a:p>
        </p:txBody>
      </p:sp>
    </p:spTree>
    <p:extLst>
      <p:ext uri="{BB962C8B-B14F-4D97-AF65-F5344CB8AC3E}">
        <p14:creationId xmlns:p14="http://schemas.microsoft.com/office/powerpoint/2010/main" val="287310794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hf hdr="0" ftr="0" dt="0"/>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114888-605F-BB1A-2C83-068B576941CA}"/>
              </a:ext>
            </a:extLst>
          </p:cNvPr>
          <p:cNvSpPr>
            <a:spLocks noGrp="1"/>
          </p:cNvSpPr>
          <p:nvPr>
            <p:ph type="ctrTitle"/>
          </p:nvPr>
        </p:nvSpPr>
        <p:spPr/>
        <p:txBody>
          <a:bodyPr/>
          <a:lstStyle/>
          <a:p>
            <a:r>
              <a:rPr lang="en-US" dirty="0" err="1"/>
              <a:t>Csu</a:t>
            </a:r>
            <a:r>
              <a:rPr lang="en-US" dirty="0"/>
              <a:t> </a:t>
            </a:r>
            <a:r>
              <a:rPr lang="en-US" dirty="0" err="1"/>
              <a:t>cyberrange</a:t>
            </a:r>
            <a:r>
              <a:rPr lang="en-US" dirty="0"/>
              <a:t> expansion – 04/24/2026</a:t>
            </a:r>
          </a:p>
        </p:txBody>
      </p:sp>
      <p:sp>
        <p:nvSpPr>
          <p:cNvPr id="3" name="Subtitle 2">
            <a:extLst>
              <a:ext uri="{FF2B5EF4-FFF2-40B4-BE49-F238E27FC236}">
                <a16:creationId xmlns:a16="http://schemas.microsoft.com/office/drawing/2014/main" id="{69F75B00-A69D-0396-BD68-BA11E4BB57AE}"/>
              </a:ext>
            </a:extLst>
          </p:cNvPr>
          <p:cNvSpPr>
            <a:spLocks noGrp="1"/>
          </p:cNvSpPr>
          <p:nvPr>
            <p:ph type="subTitle" idx="1"/>
          </p:nvPr>
        </p:nvSpPr>
        <p:spPr/>
        <p:txBody>
          <a:bodyPr/>
          <a:lstStyle/>
          <a:p>
            <a:r>
              <a:rPr lang="en-US" dirty="0"/>
              <a:t>By Joshua Ingalls</a:t>
            </a:r>
          </a:p>
          <a:p>
            <a:r>
              <a:rPr lang="en-US" dirty="0"/>
              <a:t>B.S Cybersecurity</a:t>
            </a:r>
          </a:p>
          <a:p>
            <a:r>
              <a:rPr lang="en-US" dirty="0"/>
              <a:t>Dr. Julie Henderson</a:t>
            </a:r>
          </a:p>
        </p:txBody>
      </p:sp>
      <p:sp>
        <p:nvSpPr>
          <p:cNvPr id="4" name="Slide Number Placeholder 3">
            <a:extLst>
              <a:ext uri="{FF2B5EF4-FFF2-40B4-BE49-F238E27FC236}">
                <a16:creationId xmlns:a16="http://schemas.microsoft.com/office/drawing/2014/main" id="{2DF36F07-A08E-7140-F43A-952EBA7F7A43}"/>
              </a:ext>
            </a:extLst>
          </p:cNvPr>
          <p:cNvSpPr>
            <a:spLocks noGrp="1"/>
          </p:cNvSpPr>
          <p:nvPr>
            <p:ph type="sldNum" sz="quarter" idx="12"/>
          </p:nvPr>
        </p:nvSpPr>
        <p:spPr/>
        <p:txBody>
          <a:bodyPr/>
          <a:lstStyle/>
          <a:p>
            <a:fld id="{E9EEF5BF-B5F1-4399-904B-40398DC385D6}" type="slidenum">
              <a:rPr lang="en-US" smtClean="0"/>
              <a:t>1</a:t>
            </a:fld>
            <a:endParaRPr lang="en-US"/>
          </a:p>
        </p:txBody>
      </p:sp>
    </p:spTree>
    <p:extLst>
      <p:ext uri="{BB962C8B-B14F-4D97-AF65-F5344CB8AC3E}">
        <p14:creationId xmlns:p14="http://schemas.microsoft.com/office/powerpoint/2010/main" val="60163772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E720C-2E2F-FB36-4FD0-8FBA2BF5A3E8}"/>
              </a:ext>
            </a:extLst>
          </p:cNvPr>
          <p:cNvSpPr>
            <a:spLocks noGrp="1"/>
          </p:cNvSpPr>
          <p:nvPr>
            <p:ph type="title"/>
          </p:nvPr>
        </p:nvSpPr>
        <p:spPr/>
        <p:txBody>
          <a:bodyPr/>
          <a:lstStyle/>
          <a:p>
            <a:r>
              <a:rPr lang="en-US" dirty="0"/>
              <a:t>Statement of purpose</a:t>
            </a:r>
          </a:p>
        </p:txBody>
      </p:sp>
      <p:sp>
        <p:nvSpPr>
          <p:cNvPr id="3" name="Content Placeholder 2">
            <a:extLst>
              <a:ext uri="{FF2B5EF4-FFF2-40B4-BE49-F238E27FC236}">
                <a16:creationId xmlns:a16="http://schemas.microsoft.com/office/drawing/2014/main" id="{0606B571-C2DE-1269-8363-8401BABC631B}"/>
              </a:ext>
            </a:extLst>
          </p:cNvPr>
          <p:cNvSpPr>
            <a:spLocks noGrp="1"/>
          </p:cNvSpPr>
          <p:nvPr>
            <p:ph idx="1"/>
          </p:nvPr>
        </p:nvSpPr>
        <p:spPr/>
        <p:txBody>
          <a:bodyPr/>
          <a:lstStyle/>
          <a:p>
            <a:r>
              <a:rPr lang="en-US" dirty="0"/>
              <a:t>My purpose for this project is to create a virtual environment where Freshman/Sophomore Cybersecurity students can learn the basic principles needed for cyber competitions. Students will be able to enumerate and explore networks, navigate Command Line Interfaces, Establish Firewall rules against attacking IP</a:t>
            </a:r>
          </a:p>
          <a:p>
            <a:endParaRPr lang="en-US" dirty="0"/>
          </a:p>
        </p:txBody>
      </p:sp>
      <p:sp>
        <p:nvSpPr>
          <p:cNvPr id="5" name="Slide Number Placeholder 4">
            <a:extLst>
              <a:ext uri="{FF2B5EF4-FFF2-40B4-BE49-F238E27FC236}">
                <a16:creationId xmlns:a16="http://schemas.microsoft.com/office/drawing/2014/main" id="{AEC16881-0211-E7FA-D345-9695EBA8DBFC}"/>
              </a:ext>
            </a:extLst>
          </p:cNvPr>
          <p:cNvSpPr>
            <a:spLocks noGrp="1"/>
          </p:cNvSpPr>
          <p:nvPr>
            <p:ph type="sldNum" sz="quarter" idx="12"/>
          </p:nvPr>
        </p:nvSpPr>
        <p:spPr/>
        <p:txBody>
          <a:bodyPr/>
          <a:lstStyle/>
          <a:p>
            <a:fld id="{E9EEF5BF-B5F1-4399-904B-40398DC385D6}" type="slidenum">
              <a:rPr lang="en-US" smtClean="0"/>
              <a:t>2</a:t>
            </a:fld>
            <a:endParaRPr lang="en-US"/>
          </a:p>
        </p:txBody>
      </p:sp>
    </p:spTree>
    <p:extLst>
      <p:ext uri="{BB962C8B-B14F-4D97-AF65-F5344CB8AC3E}">
        <p14:creationId xmlns:p14="http://schemas.microsoft.com/office/powerpoint/2010/main" val="51523923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3DDAD-5AEC-EB0D-F008-A254F8E6E8F6}"/>
              </a:ext>
            </a:extLst>
          </p:cNvPr>
          <p:cNvSpPr>
            <a:spLocks noGrp="1"/>
          </p:cNvSpPr>
          <p:nvPr>
            <p:ph type="title"/>
          </p:nvPr>
        </p:nvSpPr>
        <p:spPr/>
        <p:txBody>
          <a:bodyPr/>
          <a:lstStyle/>
          <a:p>
            <a:r>
              <a:rPr lang="en-US" dirty="0"/>
              <a:t>Research &amp; background</a:t>
            </a:r>
          </a:p>
        </p:txBody>
      </p:sp>
      <p:sp>
        <p:nvSpPr>
          <p:cNvPr id="3" name="Content Placeholder 2">
            <a:extLst>
              <a:ext uri="{FF2B5EF4-FFF2-40B4-BE49-F238E27FC236}">
                <a16:creationId xmlns:a16="http://schemas.microsoft.com/office/drawing/2014/main" id="{A330A61E-C70C-F8AF-92D4-980659D73134}"/>
              </a:ext>
            </a:extLst>
          </p:cNvPr>
          <p:cNvSpPr>
            <a:spLocks noGrp="1"/>
          </p:cNvSpPr>
          <p:nvPr>
            <p:ph idx="1"/>
          </p:nvPr>
        </p:nvSpPr>
        <p:spPr/>
        <p:txBody>
          <a:bodyPr/>
          <a:lstStyle/>
          <a:p>
            <a:r>
              <a:rPr lang="en-US" dirty="0"/>
              <a:t>Researched existing competition environments from previous SECCDC and PCDC environments</a:t>
            </a:r>
          </a:p>
          <a:p>
            <a:r>
              <a:rPr lang="en-US" dirty="0"/>
              <a:t>Researched current infrastructure of the current CSU </a:t>
            </a:r>
            <a:r>
              <a:rPr lang="en-US" dirty="0" err="1"/>
              <a:t>Cyberrange</a:t>
            </a:r>
            <a:endParaRPr lang="en-US" dirty="0"/>
          </a:p>
          <a:p>
            <a:r>
              <a:rPr lang="en-US" dirty="0"/>
              <a:t>Explored different Linux and Windows environments for project usage</a:t>
            </a:r>
          </a:p>
          <a:p>
            <a:r>
              <a:rPr lang="en-US" dirty="0"/>
              <a:t>Delved into network connectivity </a:t>
            </a:r>
          </a:p>
        </p:txBody>
      </p:sp>
      <p:sp>
        <p:nvSpPr>
          <p:cNvPr id="4" name="Slide Number Placeholder 3">
            <a:extLst>
              <a:ext uri="{FF2B5EF4-FFF2-40B4-BE49-F238E27FC236}">
                <a16:creationId xmlns:a16="http://schemas.microsoft.com/office/drawing/2014/main" id="{72FCA7C0-EB5A-CD48-FF75-0CB849DD77CB}"/>
              </a:ext>
            </a:extLst>
          </p:cNvPr>
          <p:cNvSpPr>
            <a:spLocks noGrp="1"/>
          </p:cNvSpPr>
          <p:nvPr>
            <p:ph type="sldNum" sz="quarter" idx="12"/>
          </p:nvPr>
        </p:nvSpPr>
        <p:spPr/>
        <p:txBody>
          <a:bodyPr/>
          <a:lstStyle/>
          <a:p>
            <a:fld id="{E9EEF5BF-B5F1-4399-904B-40398DC385D6}" type="slidenum">
              <a:rPr lang="en-US" smtClean="0"/>
              <a:t>3</a:t>
            </a:fld>
            <a:endParaRPr lang="en-US"/>
          </a:p>
        </p:txBody>
      </p:sp>
    </p:spTree>
    <p:extLst>
      <p:ext uri="{BB962C8B-B14F-4D97-AF65-F5344CB8AC3E}">
        <p14:creationId xmlns:p14="http://schemas.microsoft.com/office/powerpoint/2010/main" val="427308728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5C233-A3F0-BDCF-0F47-78E02D3CCD78}"/>
              </a:ext>
            </a:extLst>
          </p:cNvPr>
          <p:cNvSpPr>
            <a:spLocks noGrp="1"/>
          </p:cNvSpPr>
          <p:nvPr>
            <p:ph type="title"/>
          </p:nvPr>
        </p:nvSpPr>
        <p:spPr/>
        <p:txBody>
          <a:bodyPr/>
          <a:lstStyle/>
          <a:p>
            <a:r>
              <a:rPr lang="en-US" dirty="0"/>
              <a:t>Project language(s), software, and hardware</a:t>
            </a:r>
          </a:p>
        </p:txBody>
      </p:sp>
      <p:sp>
        <p:nvSpPr>
          <p:cNvPr id="3" name="Content Placeholder 2">
            <a:extLst>
              <a:ext uri="{FF2B5EF4-FFF2-40B4-BE49-F238E27FC236}">
                <a16:creationId xmlns:a16="http://schemas.microsoft.com/office/drawing/2014/main" id="{09A54B42-22BE-3AD6-F516-31EAECE3C459}"/>
              </a:ext>
            </a:extLst>
          </p:cNvPr>
          <p:cNvSpPr>
            <a:spLocks noGrp="1"/>
          </p:cNvSpPr>
          <p:nvPr>
            <p:ph idx="1"/>
          </p:nvPr>
        </p:nvSpPr>
        <p:spPr/>
        <p:txBody>
          <a:bodyPr/>
          <a:lstStyle/>
          <a:p>
            <a:r>
              <a:rPr lang="en-US" dirty="0" err="1"/>
              <a:t>Virtural</a:t>
            </a:r>
            <a:r>
              <a:rPr lang="en-US" dirty="0"/>
              <a:t> box</a:t>
            </a:r>
          </a:p>
          <a:p>
            <a:r>
              <a:rPr lang="en-US" dirty="0"/>
              <a:t>Windows 10 machine</a:t>
            </a:r>
          </a:p>
          <a:p>
            <a:r>
              <a:rPr lang="en-US" dirty="0"/>
              <a:t>4 Ubuntu LTX machines</a:t>
            </a:r>
          </a:p>
          <a:p>
            <a:r>
              <a:rPr lang="en-US" dirty="0"/>
              <a:t>Wireshark</a:t>
            </a:r>
          </a:p>
          <a:p>
            <a:r>
              <a:rPr lang="en-US" dirty="0"/>
              <a:t>Nmap</a:t>
            </a:r>
          </a:p>
        </p:txBody>
      </p:sp>
      <p:sp>
        <p:nvSpPr>
          <p:cNvPr id="4" name="Slide Number Placeholder 3">
            <a:extLst>
              <a:ext uri="{FF2B5EF4-FFF2-40B4-BE49-F238E27FC236}">
                <a16:creationId xmlns:a16="http://schemas.microsoft.com/office/drawing/2014/main" id="{3FCCDA60-6CD9-F92C-78AE-DF3B5215CA92}"/>
              </a:ext>
            </a:extLst>
          </p:cNvPr>
          <p:cNvSpPr>
            <a:spLocks noGrp="1"/>
          </p:cNvSpPr>
          <p:nvPr>
            <p:ph type="sldNum" sz="quarter" idx="12"/>
          </p:nvPr>
        </p:nvSpPr>
        <p:spPr/>
        <p:txBody>
          <a:bodyPr/>
          <a:lstStyle/>
          <a:p>
            <a:fld id="{E9EEF5BF-B5F1-4399-904B-40398DC385D6}" type="slidenum">
              <a:rPr lang="en-US" smtClean="0"/>
              <a:t>4</a:t>
            </a:fld>
            <a:endParaRPr lang="en-US"/>
          </a:p>
        </p:txBody>
      </p:sp>
    </p:spTree>
    <p:extLst>
      <p:ext uri="{BB962C8B-B14F-4D97-AF65-F5344CB8AC3E}">
        <p14:creationId xmlns:p14="http://schemas.microsoft.com/office/powerpoint/2010/main" val="178997640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0" name="Rectangle 49">
            <a:extLst>
              <a:ext uri="{FF2B5EF4-FFF2-40B4-BE49-F238E27FC236}">
                <a16:creationId xmlns:a16="http://schemas.microsoft.com/office/drawing/2014/main" id="{6697F791-5FFA-4164-899F-EB52EA72B0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2" name="Picture 2">
            <a:extLst>
              <a:ext uri="{FF2B5EF4-FFF2-40B4-BE49-F238E27FC236}">
                <a16:creationId xmlns:a16="http://schemas.microsoft.com/office/drawing/2014/main" id="{4E28A1A9-FB81-4816-AAEA-C3B43094695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rcRect/>
          <a:stretch>
            <a:fillRect/>
          </a:stretch>
        </p:blipFill>
        <p:spPr bwMode="auto">
          <a:xfrm>
            <a:off x="1190" y="-2"/>
            <a:ext cx="4061525" cy="6858001"/>
          </a:xfrm>
          <a:prstGeom prst="rect">
            <a:avLst/>
          </a:prstGeom>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sp>
        <p:nvSpPr>
          <p:cNvPr id="54" name="Rectangle 53">
            <a:extLst>
              <a:ext uri="{FF2B5EF4-FFF2-40B4-BE49-F238E27FC236}">
                <a16:creationId xmlns:a16="http://schemas.microsoft.com/office/drawing/2014/main" id="{B773AB25-A422-41AA-9737-5E04C1966D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853"/>
            <a:ext cx="4055621" cy="6858000"/>
          </a:xfrm>
          <a:prstGeom prst="rect">
            <a:avLst/>
          </a:prstGeom>
          <a:ln>
            <a:noFill/>
          </a:ln>
          <a:effectLst>
            <a:outerShdw blurRad="76200" dist="38100" algn="l" rotWithShape="0">
              <a:prstClr val="black">
                <a:alpha val="37000"/>
              </a:prstClr>
            </a:outerShdw>
          </a:effectLst>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pic>
        <p:nvPicPr>
          <p:cNvPr id="56" name="Picture 2">
            <a:extLst>
              <a:ext uri="{FF2B5EF4-FFF2-40B4-BE49-F238E27FC236}">
                <a16:creationId xmlns:a16="http://schemas.microsoft.com/office/drawing/2014/main" id="{AF0552B8-DE8C-40DF-B29F-1728E6A1061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22530" y="23283"/>
            <a:ext cx="4078152"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F1AC96E3-FD34-F3B6-B430-D7DC9D750B84}"/>
              </a:ext>
            </a:extLst>
          </p:cNvPr>
          <p:cNvSpPr>
            <a:spLocks noGrp="1"/>
          </p:cNvSpPr>
          <p:nvPr>
            <p:ph type="title"/>
          </p:nvPr>
        </p:nvSpPr>
        <p:spPr>
          <a:xfrm>
            <a:off x="855266" y="618518"/>
            <a:ext cx="2851417" cy="1478570"/>
          </a:xfrm>
        </p:spPr>
        <p:txBody>
          <a:bodyPr>
            <a:normAutofit/>
          </a:bodyPr>
          <a:lstStyle/>
          <a:p>
            <a:r>
              <a:rPr lang="en-US" sz="3200" dirty="0">
                <a:solidFill>
                  <a:srgbClr val="FFFFFF"/>
                </a:solidFill>
              </a:rPr>
              <a:t>Network Diagram</a:t>
            </a:r>
          </a:p>
        </p:txBody>
      </p:sp>
      <p:sp>
        <p:nvSpPr>
          <p:cNvPr id="11" name="Content Placeholder 10">
            <a:extLst>
              <a:ext uri="{FF2B5EF4-FFF2-40B4-BE49-F238E27FC236}">
                <a16:creationId xmlns:a16="http://schemas.microsoft.com/office/drawing/2014/main" id="{2C63E325-A8B7-80AC-E87F-0D7A72A9D6D1}"/>
              </a:ext>
            </a:extLst>
          </p:cNvPr>
          <p:cNvSpPr>
            <a:spLocks noGrp="1"/>
          </p:cNvSpPr>
          <p:nvPr>
            <p:ph idx="1"/>
          </p:nvPr>
        </p:nvSpPr>
        <p:spPr>
          <a:xfrm>
            <a:off x="844620" y="2249487"/>
            <a:ext cx="2862444" cy="3957302"/>
          </a:xfrm>
        </p:spPr>
        <p:txBody>
          <a:bodyPr>
            <a:normAutofit/>
          </a:bodyPr>
          <a:lstStyle/>
          <a:p>
            <a:r>
              <a:rPr lang="en-US" sz="1400" dirty="0">
                <a:solidFill>
                  <a:srgbClr val="FFFFFF"/>
                </a:solidFill>
              </a:rPr>
              <a:t>5 total VMs</a:t>
            </a:r>
          </a:p>
          <a:p>
            <a:r>
              <a:rPr lang="en-US" sz="1400" dirty="0">
                <a:solidFill>
                  <a:srgbClr val="FFFFFF"/>
                </a:solidFill>
              </a:rPr>
              <a:t>Windows 10 Host Machine</a:t>
            </a:r>
          </a:p>
          <a:p>
            <a:r>
              <a:rPr lang="en-US" sz="1400" dirty="0">
                <a:solidFill>
                  <a:srgbClr val="FFFFFF"/>
                </a:solidFill>
              </a:rPr>
              <a:t>SIEM VM</a:t>
            </a:r>
          </a:p>
          <a:p>
            <a:r>
              <a:rPr lang="en-US" sz="1400" dirty="0">
                <a:solidFill>
                  <a:srgbClr val="FFFFFF"/>
                </a:solidFill>
              </a:rPr>
              <a:t>Web Server</a:t>
            </a:r>
          </a:p>
          <a:p>
            <a:r>
              <a:rPr lang="en-US" sz="1400" dirty="0">
                <a:solidFill>
                  <a:srgbClr val="FFFFFF"/>
                </a:solidFill>
              </a:rPr>
              <a:t>Mail Server</a:t>
            </a:r>
          </a:p>
          <a:p>
            <a:r>
              <a:rPr lang="en-US" sz="1400" dirty="0">
                <a:solidFill>
                  <a:srgbClr val="FFFFFF"/>
                </a:solidFill>
              </a:rPr>
              <a:t>Capture the Flag </a:t>
            </a:r>
          </a:p>
        </p:txBody>
      </p:sp>
      <p:grpSp>
        <p:nvGrpSpPr>
          <p:cNvPr id="58" name="Group 57">
            <a:extLst>
              <a:ext uri="{FF2B5EF4-FFF2-40B4-BE49-F238E27FC236}">
                <a16:creationId xmlns:a16="http://schemas.microsoft.com/office/drawing/2014/main" id="{6AD0D387-1584-4477-B5F8-52B50D4F220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0788" cy="6858001"/>
            <a:chOff x="-14288" y="0"/>
            <a:chExt cx="1220788" cy="6858001"/>
          </a:xfrm>
          <a:gradFill flip="none" rotWithShape="1">
            <a:gsLst>
              <a:gs pos="0">
                <a:schemeClr val="bg2"/>
              </a:gs>
              <a:gs pos="100000">
                <a:schemeClr val="tx2">
                  <a:lumMod val="60000"/>
                  <a:lumOff val="40000"/>
                </a:schemeClr>
              </a:gs>
            </a:gsLst>
            <a:lin ang="5400000" scaled="0"/>
            <a:tileRect/>
          </a:gradFill>
        </p:grpSpPr>
        <p:sp>
          <p:nvSpPr>
            <p:cNvPr id="59" name="Rectangle 5">
              <a:extLst>
                <a:ext uri="{FF2B5EF4-FFF2-40B4-BE49-F238E27FC236}">
                  <a16:creationId xmlns:a16="http://schemas.microsoft.com/office/drawing/2014/main" id="{22C90122-8CF0-4164-B596-168DE41D39A4}"/>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60" name="Freeform 6">
              <a:extLst>
                <a:ext uri="{FF2B5EF4-FFF2-40B4-BE49-F238E27FC236}">
                  <a16:creationId xmlns:a16="http://schemas.microsoft.com/office/drawing/2014/main" id="{E74D534E-37A6-4D27-9C47-0B2F052783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1" name="Freeform 7">
              <a:extLst>
                <a:ext uri="{FF2B5EF4-FFF2-40B4-BE49-F238E27FC236}">
                  <a16:creationId xmlns:a16="http://schemas.microsoft.com/office/drawing/2014/main" id="{1C1C156E-D2E0-468A-9B19-79521D69BF5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2" name="Freeform 8">
              <a:extLst>
                <a:ext uri="{FF2B5EF4-FFF2-40B4-BE49-F238E27FC236}">
                  <a16:creationId xmlns:a16="http://schemas.microsoft.com/office/drawing/2014/main" id="{14C97F11-4F6C-4DFF-89BC-3AEA5B7FF7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3" name="Freeform 9">
              <a:extLst>
                <a:ext uri="{FF2B5EF4-FFF2-40B4-BE49-F238E27FC236}">
                  <a16:creationId xmlns:a16="http://schemas.microsoft.com/office/drawing/2014/main" id="{773C2106-77CE-42E1-839F-925EAEBB2FF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4" name="Freeform 10">
              <a:extLst>
                <a:ext uri="{FF2B5EF4-FFF2-40B4-BE49-F238E27FC236}">
                  <a16:creationId xmlns:a16="http://schemas.microsoft.com/office/drawing/2014/main" id="{E2807D33-BD1F-4B09-8D93-63C06DB3C0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5" name="Freeform 11">
              <a:extLst>
                <a:ext uri="{FF2B5EF4-FFF2-40B4-BE49-F238E27FC236}">
                  <a16:creationId xmlns:a16="http://schemas.microsoft.com/office/drawing/2014/main" id="{84BDF3E8-157B-47D1-AF8E-FE1EFF0612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6" name="Freeform 12">
              <a:extLst>
                <a:ext uri="{FF2B5EF4-FFF2-40B4-BE49-F238E27FC236}">
                  <a16:creationId xmlns:a16="http://schemas.microsoft.com/office/drawing/2014/main" id="{68B482B5-E0FD-406A-99B2-297DF333546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7" name="Freeform 13">
              <a:extLst>
                <a:ext uri="{FF2B5EF4-FFF2-40B4-BE49-F238E27FC236}">
                  <a16:creationId xmlns:a16="http://schemas.microsoft.com/office/drawing/2014/main" id="{B8750F30-12E8-410B-8709-78F1EF3BBE7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8" name="Freeform 14">
              <a:extLst>
                <a:ext uri="{FF2B5EF4-FFF2-40B4-BE49-F238E27FC236}">
                  <a16:creationId xmlns:a16="http://schemas.microsoft.com/office/drawing/2014/main" id="{DB2D030A-4700-4CC4-A971-F119F8372C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9" name="Freeform 15">
              <a:extLst>
                <a:ext uri="{FF2B5EF4-FFF2-40B4-BE49-F238E27FC236}">
                  <a16:creationId xmlns:a16="http://schemas.microsoft.com/office/drawing/2014/main" id="{B4E516DB-F66E-4E88-8CAA-67153F56189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0" name="Line 16">
              <a:extLst>
                <a:ext uri="{FF2B5EF4-FFF2-40B4-BE49-F238E27FC236}">
                  <a16:creationId xmlns:a16="http://schemas.microsoft.com/office/drawing/2014/main" id="{DF749FDD-DD56-4DC9-A379-77E1106981DC}"/>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71" name="Freeform 17">
              <a:extLst>
                <a:ext uri="{FF2B5EF4-FFF2-40B4-BE49-F238E27FC236}">
                  <a16:creationId xmlns:a16="http://schemas.microsoft.com/office/drawing/2014/main" id="{6AD95087-E0AF-45D3-B824-EFFCBBECDE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2" name="Freeform 18">
              <a:extLst>
                <a:ext uri="{FF2B5EF4-FFF2-40B4-BE49-F238E27FC236}">
                  <a16:creationId xmlns:a16="http://schemas.microsoft.com/office/drawing/2014/main" id="{2D21010F-3DE2-4881-B9D5-3415C4E05D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3" name="Freeform 19">
              <a:extLst>
                <a:ext uri="{FF2B5EF4-FFF2-40B4-BE49-F238E27FC236}">
                  <a16:creationId xmlns:a16="http://schemas.microsoft.com/office/drawing/2014/main" id="{2AFDF4BC-8E99-4A2C-9EF2-4B98A05C2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4" name="Freeform 20">
              <a:extLst>
                <a:ext uri="{FF2B5EF4-FFF2-40B4-BE49-F238E27FC236}">
                  <a16:creationId xmlns:a16="http://schemas.microsoft.com/office/drawing/2014/main" id="{BB8EAEE8-22EA-4103-A02E-5043474C4BE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5" name="Rectangle 21">
              <a:extLst>
                <a:ext uri="{FF2B5EF4-FFF2-40B4-BE49-F238E27FC236}">
                  <a16:creationId xmlns:a16="http://schemas.microsoft.com/office/drawing/2014/main" id="{7148ABD2-E447-429F-B97E-86494051C10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76" name="Freeform 22">
              <a:extLst>
                <a:ext uri="{FF2B5EF4-FFF2-40B4-BE49-F238E27FC236}">
                  <a16:creationId xmlns:a16="http://schemas.microsoft.com/office/drawing/2014/main" id="{99900F4A-F8CA-456E-9FA0-34572621C0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7" name="Freeform 23">
              <a:extLst>
                <a:ext uri="{FF2B5EF4-FFF2-40B4-BE49-F238E27FC236}">
                  <a16:creationId xmlns:a16="http://schemas.microsoft.com/office/drawing/2014/main" id="{DF5CD0A9-E49B-4968-886B-41C1A66D232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8" name="Freeform 24">
              <a:extLst>
                <a:ext uri="{FF2B5EF4-FFF2-40B4-BE49-F238E27FC236}">
                  <a16:creationId xmlns:a16="http://schemas.microsoft.com/office/drawing/2014/main" id="{7E462582-7383-4272-A323-85C9D137C4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9" name="Freeform 25">
              <a:extLst>
                <a:ext uri="{FF2B5EF4-FFF2-40B4-BE49-F238E27FC236}">
                  <a16:creationId xmlns:a16="http://schemas.microsoft.com/office/drawing/2014/main" id="{CB472F67-7C37-4D80-B346-DE30D44B55A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0" name="Freeform 26">
              <a:extLst>
                <a:ext uri="{FF2B5EF4-FFF2-40B4-BE49-F238E27FC236}">
                  <a16:creationId xmlns:a16="http://schemas.microsoft.com/office/drawing/2014/main" id="{19A8AE83-358F-4D4E-91C7-F09E35097A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1" name="Freeform 27">
              <a:extLst>
                <a:ext uri="{FF2B5EF4-FFF2-40B4-BE49-F238E27FC236}">
                  <a16:creationId xmlns:a16="http://schemas.microsoft.com/office/drawing/2014/main" id="{C4B79436-9285-45DE-A9FB-B3DD750738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2" name="Freeform 28">
              <a:extLst>
                <a:ext uri="{FF2B5EF4-FFF2-40B4-BE49-F238E27FC236}">
                  <a16:creationId xmlns:a16="http://schemas.microsoft.com/office/drawing/2014/main" id="{B0BF8BF3-C90A-483A-B61E-13D2C41FBAC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3" name="Freeform 29">
              <a:extLst>
                <a:ext uri="{FF2B5EF4-FFF2-40B4-BE49-F238E27FC236}">
                  <a16:creationId xmlns:a16="http://schemas.microsoft.com/office/drawing/2014/main" id="{31011274-F329-444B-9B06-69DD2EC4490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4" name="Freeform 30">
              <a:extLst>
                <a:ext uri="{FF2B5EF4-FFF2-40B4-BE49-F238E27FC236}">
                  <a16:creationId xmlns:a16="http://schemas.microsoft.com/office/drawing/2014/main" id="{DB8B1D39-5B9A-4B4E-849B-A5821A2460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5" name="Freeform 31">
              <a:extLst>
                <a:ext uri="{FF2B5EF4-FFF2-40B4-BE49-F238E27FC236}">
                  <a16:creationId xmlns:a16="http://schemas.microsoft.com/office/drawing/2014/main" id="{336ECD63-75C2-4A32-A31B-30BB3097240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grpSp>
      <p:pic>
        <p:nvPicPr>
          <p:cNvPr id="7" name="Content Placeholder 6">
            <a:extLst>
              <a:ext uri="{FF2B5EF4-FFF2-40B4-BE49-F238E27FC236}">
                <a16:creationId xmlns:a16="http://schemas.microsoft.com/office/drawing/2014/main" id="{7A91663E-0352-2CFA-A10C-F032DA17F68E}"/>
              </a:ext>
            </a:extLst>
          </p:cNvPr>
          <p:cNvPicPr>
            <a:picLocks noChangeAspect="1"/>
          </p:cNvPicPr>
          <p:nvPr/>
        </p:nvPicPr>
        <p:blipFill>
          <a:blip r:embed="rId3"/>
          <a:stretch>
            <a:fillRect/>
          </a:stretch>
        </p:blipFill>
        <p:spPr>
          <a:xfrm>
            <a:off x="4711778" y="1570301"/>
            <a:ext cx="6844045" cy="3712893"/>
          </a:xfrm>
          <a:prstGeom prst="rect">
            <a:avLst/>
          </a:prstGeom>
        </p:spPr>
      </p:pic>
      <p:sp>
        <p:nvSpPr>
          <p:cNvPr id="4" name="Slide Number Placeholder 3">
            <a:extLst>
              <a:ext uri="{FF2B5EF4-FFF2-40B4-BE49-F238E27FC236}">
                <a16:creationId xmlns:a16="http://schemas.microsoft.com/office/drawing/2014/main" id="{06A77647-2CC9-0307-16BD-CC657505F83E}"/>
              </a:ext>
            </a:extLst>
          </p:cNvPr>
          <p:cNvSpPr>
            <a:spLocks noGrp="1"/>
          </p:cNvSpPr>
          <p:nvPr>
            <p:ph type="sldNum" sz="quarter" idx="12"/>
          </p:nvPr>
        </p:nvSpPr>
        <p:spPr>
          <a:xfrm>
            <a:off x="10784734" y="6353462"/>
            <a:ext cx="771089" cy="365125"/>
          </a:xfrm>
        </p:spPr>
        <p:txBody>
          <a:bodyPr>
            <a:normAutofit/>
          </a:bodyPr>
          <a:lstStyle/>
          <a:p>
            <a:pPr>
              <a:spcAft>
                <a:spcPts val="600"/>
              </a:spcAft>
            </a:pPr>
            <a:fld id="{E9EEF5BF-B5F1-4399-904B-40398DC385D6}" type="slidenum">
              <a:rPr lang="en-US">
                <a:solidFill>
                  <a:schemeClr val="tx1"/>
                </a:solidFill>
              </a:rPr>
              <a:pPr>
                <a:spcAft>
                  <a:spcPts val="600"/>
                </a:spcAft>
              </a:pPr>
              <a:t>5</a:t>
            </a:fld>
            <a:endParaRPr lang="en-US">
              <a:solidFill>
                <a:schemeClr val="tx1"/>
              </a:solidFill>
            </a:endParaRPr>
          </a:p>
        </p:txBody>
      </p:sp>
    </p:spTree>
    <p:extLst>
      <p:ext uri="{BB962C8B-B14F-4D97-AF65-F5344CB8AC3E}">
        <p14:creationId xmlns:p14="http://schemas.microsoft.com/office/powerpoint/2010/main" val="188566495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D5222-21D7-E0D3-E229-82292605E3C9}"/>
              </a:ext>
            </a:extLst>
          </p:cNvPr>
          <p:cNvSpPr>
            <a:spLocks noGrp="1"/>
          </p:cNvSpPr>
          <p:nvPr>
            <p:ph type="title"/>
          </p:nvPr>
        </p:nvSpPr>
        <p:spPr/>
        <p:txBody>
          <a:bodyPr/>
          <a:lstStyle/>
          <a:p>
            <a:r>
              <a:rPr lang="en-US" dirty="0"/>
              <a:t>Test Plan</a:t>
            </a:r>
          </a:p>
        </p:txBody>
      </p:sp>
      <p:sp>
        <p:nvSpPr>
          <p:cNvPr id="3" name="Content Placeholder 2">
            <a:extLst>
              <a:ext uri="{FF2B5EF4-FFF2-40B4-BE49-F238E27FC236}">
                <a16:creationId xmlns:a16="http://schemas.microsoft.com/office/drawing/2014/main" id="{134395A5-A87A-D318-784F-4C32F2C1F02F}"/>
              </a:ext>
            </a:extLst>
          </p:cNvPr>
          <p:cNvSpPr>
            <a:spLocks noGrp="1"/>
          </p:cNvSpPr>
          <p:nvPr>
            <p:ph idx="1"/>
          </p:nvPr>
        </p:nvSpPr>
        <p:spPr/>
        <p:txBody>
          <a:bodyPr/>
          <a:lstStyle/>
          <a:p>
            <a:r>
              <a:rPr lang="en-US" dirty="0"/>
              <a:t>Network Connectivity</a:t>
            </a:r>
          </a:p>
          <a:p>
            <a:r>
              <a:rPr lang="en-US" dirty="0"/>
              <a:t>Firewall Rules</a:t>
            </a:r>
          </a:p>
          <a:p>
            <a:r>
              <a:rPr lang="en-US" dirty="0"/>
              <a:t>User &amp; Password Policy</a:t>
            </a:r>
          </a:p>
          <a:p>
            <a:r>
              <a:rPr lang="en-US" dirty="0"/>
              <a:t>CTF Flags</a:t>
            </a:r>
          </a:p>
          <a:p>
            <a:r>
              <a:rPr lang="en-US" dirty="0"/>
              <a:t>Port Scanning</a:t>
            </a:r>
          </a:p>
          <a:p>
            <a:r>
              <a:rPr lang="en-US" dirty="0"/>
              <a:t>Student Usability with live demos</a:t>
            </a:r>
          </a:p>
        </p:txBody>
      </p:sp>
      <p:sp>
        <p:nvSpPr>
          <p:cNvPr id="4" name="Slide Number Placeholder 3">
            <a:extLst>
              <a:ext uri="{FF2B5EF4-FFF2-40B4-BE49-F238E27FC236}">
                <a16:creationId xmlns:a16="http://schemas.microsoft.com/office/drawing/2014/main" id="{55E9DCA3-2D4B-B6C1-A83C-B3671632E51E}"/>
              </a:ext>
            </a:extLst>
          </p:cNvPr>
          <p:cNvSpPr>
            <a:spLocks noGrp="1"/>
          </p:cNvSpPr>
          <p:nvPr>
            <p:ph type="sldNum" sz="quarter" idx="12"/>
          </p:nvPr>
        </p:nvSpPr>
        <p:spPr/>
        <p:txBody>
          <a:bodyPr/>
          <a:lstStyle/>
          <a:p>
            <a:fld id="{E9EEF5BF-B5F1-4399-904B-40398DC385D6}" type="slidenum">
              <a:rPr lang="en-US" smtClean="0"/>
              <a:t>6</a:t>
            </a:fld>
            <a:endParaRPr lang="en-US"/>
          </a:p>
        </p:txBody>
      </p:sp>
    </p:spTree>
    <p:extLst>
      <p:ext uri="{BB962C8B-B14F-4D97-AF65-F5344CB8AC3E}">
        <p14:creationId xmlns:p14="http://schemas.microsoft.com/office/powerpoint/2010/main" val="509577071"/>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17769-AE8E-4F64-C7CC-E537B5727B59}"/>
              </a:ext>
            </a:extLst>
          </p:cNvPr>
          <p:cNvSpPr>
            <a:spLocks noGrp="1"/>
          </p:cNvSpPr>
          <p:nvPr>
            <p:ph type="title"/>
          </p:nvPr>
        </p:nvSpPr>
        <p:spPr/>
        <p:txBody>
          <a:bodyPr/>
          <a:lstStyle/>
          <a:p>
            <a:r>
              <a:rPr lang="en-US" dirty="0"/>
              <a:t>Live Demo</a:t>
            </a:r>
          </a:p>
        </p:txBody>
      </p:sp>
      <p:sp>
        <p:nvSpPr>
          <p:cNvPr id="3" name="Content Placeholder 2">
            <a:extLst>
              <a:ext uri="{FF2B5EF4-FFF2-40B4-BE49-F238E27FC236}">
                <a16:creationId xmlns:a16="http://schemas.microsoft.com/office/drawing/2014/main" id="{0A57C062-FB07-01A5-D86B-CE8CF0A48B25}"/>
              </a:ext>
            </a:extLst>
          </p:cNvPr>
          <p:cNvSpPr>
            <a:spLocks noGrp="1"/>
          </p:cNvSpPr>
          <p:nvPr>
            <p:ph idx="1"/>
          </p:nvPr>
        </p:nvSpPr>
        <p:spPr/>
        <p:txBody>
          <a:bodyPr/>
          <a:lstStyle/>
          <a:p>
            <a:r>
              <a:rPr lang="en-US" dirty="0"/>
              <a:t>Time to enter the range!</a:t>
            </a:r>
          </a:p>
        </p:txBody>
      </p:sp>
      <p:sp>
        <p:nvSpPr>
          <p:cNvPr id="4" name="Slide Number Placeholder 3">
            <a:extLst>
              <a:ext uri="{FF2B5EF4-FFF2-40B4-BE49-F238E27FC236}">
                <a16:creationId xmlns:a16="http://schemas.microsoft.com/office/drawing/2014/main" id="{0250055E-7BBC-1404-AC0F-3C837820C75F}"/>
              </a:ext>
            </a:extLst>
          </p:cNvPr>
          <p:cNvSpPr>
            <a:spLocks noGrp="1"/>
          </p:cNvSpPr>
          <p:nvPr>
            <p:ph type="sldNum" sz="quarter" idx="12"/>
          </p:nvPr>
        </p:nvSpPr>
        <p:spPr/>
        <p:txBody>
          <a:bodyPr/>
          <a:lstStyle/>
          <a:p>
            <a:fld id="{E9EEF5BF-B5F1-4399-904B-40398DC385D6}" type="slidenum">
              <a:rPr lang="en-US" smtClean="0"/>
              <a:t>7</a:t>
            </a:fld>
            <a:endParaRPr lang="en-US"/>
          </a:p>
        </p:txBody>
      </p:sp>
    </p:spTree>
    <p:extLst>
      <p:ext uri="{BB962C8B-B14F-4D97-AF65-F5344CB8AC3E}">
        <p14:creationId xmlns:p14="http://schemas.microsoft.com/office/powerpoint/2010/main" val="1682145800"/>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2ECE1-8D1A-0432-DEEB-571330E93EC8}"/>
              </a:ext>
            </a:extLst>
          </p:cNvPr>
          <p:cNvSpPr>
            <a:spLocks noGrp="1"/>
          </p:cNvSpPr>
          <p:nvPr>
            <p:ph type="title"/>
          </p:nvPr>
        </p:nvSpPr>
        <p:spPr/>
        <p:txBody>
          <a:bodyPr/>
          <a:lstStyle/>
          <a:p>
            <a:r>
              <a:rPr lang="en-US" dirty="0"/>
              <a:t>Challenges overcome</a:t>
            </a:r>
          </a:p>
        </p:txBody>
      </p:sp>
      <p:sp>
        <p:nvSpPr>
          <p:cNvPr id="3" name="Content Placeholder 2">
            <a:extLst>
              <a:ext uri="{FF2B5EF4-FFF2-40B4-BE49-F238E27FC236}">
                <a16:creationId xmlns:a16="http://schemas.microsoft.com/office/drawing/2014/main" id="{95E22069-CBA6-B717-4B26-FBD2CBF89A1B}"/>
              </a:ext>
            </a:extLst>
          </p:cNvPr>
          <p:cNvSpPr>
            <a:spLocks noGrp="1"/>
          </p:cNvSpPr>
          <p:nvPr>
            <p:ph idx="1"/>
          </p:nvPr>
        </p:nvSpPr>
        <p:spPr/>
        <p:txBody>
          <a:bodyPr/>
          <a:lstStyle/>
          <a:p>
            <a:r>
              <a:rPr lang="en-US" dirty="0"/>
              <a:t>Attempted Python launching</a:t>
            </a:r>
          </a:p>
          <a:p>
            <a:r>
              <a:rPr lang="en-US" dirty="0"/>
              <a:t>Network connectivity issues</a:t>
            </a:r>
          </a:p>
          <a:p>
            <a:r>
              <a:rPr lang="en-US" dirty="0"/>
              <a:t>Configuration issues</a:t>
            </a:r>
          </a:p>
          <a:p>
            <a:r>
              <a:rPr lang="en-US" dirty="0"/>
              <a:t>File corruption</a:t>
            </a:r>
          </a:p>
          <a:p>
            <a:r>
              <a:rPr lang="en-US" dirty="0" err="1"/>
              <a:t>Github</a:t>
            </a:r>
            <a:r>
              <a:rPr lang="en-US" dirty="0"/>
              <a:t> size limits</a:t>
            </a:r>
          </a:p>
        </p:txBody>
      </p:sp>
      <p:sp>
        <p:nvSpPr>
          <p:cNvPr id="4" name="Slide Number Placeholder 3">
            <a:extLst>
              <a:ext uri="{FF2B5EF4-FFF2-40B4-BE49-F238E27FC236}">
                <a16:creationId xmlns:a16="http://schemas.microsoft.com/office/drawing/2014/main" id="{15E2227A-6FF4-A3DF-59A6-7A480ADBC2B4}"/>
              </a:ext>
            </a:extLst>
          </p:cNvPr>
          <p:cNvSpPr>
            <a:spLocks noGrp="1"/>
          </p:cNvSpPr>
          <p:nvPr>
            <p:ph type="sldNum" sz="quarter" idx="12"/>
          </p:nvPr>
        </p:nvSpPr>
        <p:spPr/>
        <p:txBody>
          <a:bodyPr/>
          <a:lstStyle/>
          <a:p>
            <a:fld id="{E9EEF5BF-B5F1-4399-904B-40398DC385D6}" type="slidenum">
              <a:rPr lang="en-US" smtClean="0"/>
              <a:t>8</a:t>
            </a:fld>
            <a:endParaRPr lang="en-US"/>
          </a:p>
        </p:txBody>
      </p:sp>
    </p:spTree>
    <p:extLst>
      <p:ext uri="{BB962C8B-B14F-4D97-AF65-F5344CB8AC3E}">
        <p14:creationId xmlns:p14="http://schemas.microsoft.com/office/powerpoint/2010/main" val="3539870062"/>
      </p:ext>
    </p:extLst>
  </p:cSld>
  <p:clrMapOvr>
    <a:masterClrMapping/>
  </p:clrMapOvr>
  <p:transition spd="slow">
    <p:randomBar dir="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FFCDC-D976-28E5-A4E7-306B568680E4}"/>
              </a:ext>
            </a:extLst>
          </p:cNvPr>
          <p:cNvSpPr>
            <a:spLocks noGrp="1"/>
          </p:cNvSpPr>
          <p:nvPr>
            <p:ph type="title"/>
          </p:nvPr>
        </p:nvSpPr>
        <p:spPr/>
        <p:txBody>
          <a:bodyPr/>
          <a:lstStyle/>
          <a:p>
            <a:r>
              <a:rPr lang="en-US" dirty="0"/>
              <a:t>Future enhancements</a:t>
            </a:r>
          </a:p>
        </p:txBody>
      </p:sp>
      <p:sp>
        <p:nvSpPr>
          <p:cNvPr id="3" name="Content Placeholder 2">
            <a:extLst>
              <a:ext uri="{FF2B5EF4-FFF2-40B4-BE49-F238E27FC236}">
                <a16:creationId xmlns:a16="http://schemas.microsoft.com/office/drawing/2014/main" id="{B25B01F9-284B-CC0C-AE04-9A06F6B2E351}"/>
              </a:ext>
            </a:extLst>
          </p:cNvPr>
          <p:cNvSpPr>
            <a:spLocks noGrp="1"/>
          </p:cNvSpPr>
          <p:nvPr>
            <p:ph idx="1"/>
          </p:nvPr>
        </p:nvSpPr>
        <p:spPr/>
        <p:txBody>
          <a:bodyPr/>
          <a:lstStyle/>
          <a:p>
            <a:r>
              <a:rPr lang="en-US" dirty="0"/>
              <a:t>Upgraded tasks for Junior/Senior level students</a:t>
            </a:r>
          </a:p>
          <a:p>
            <a:r>
              <a:rPr lang="en-US" dirty="0"/>
              <a:t>More virtual machines for attacker roles</a:t>
            </a:r>
          </a:p>
          <a:p>
            <a:r>
              <a:rPr lang="en-US" dirty="0"/>
              <a:t>Upgraded capability on existing VMs</a:t>
            </a:r>
          </a:p>
        </p:txBody>
      </p:sp>
      <p:sp>
        <p:nvSpPr>
          <p:cNvPr id="4" name="Slide Number Placeholder 3">
            <a:extLst>
              <a:ext uri="{FF2B5EF4-FFF2-40B4-BE49-F238E27FC236}">
                <a16:creationId xmlns:a16="http://schemas.microsoft.com/office/drawing/2014/main" id="{0E8CFFDB-CA6E-39D3-7E42-294DAD8221ED}"/>
              </a:ext>
            </a:extLst>
          </p:cNvPr>
          <p:cNvSpPr>
            <a:spLocks noGrp="1"/>
          </p:cNvSpPr>
          <p:nvPr>
            <p:ph type="sldNum" sz="quarter" idx="12"/>
          </p:nvPr>
        </p:nvSpPr>
        <p:spPr/>
        <p:txBody>
          <a:bodyPr/>
          <a:lstStyle/>
          <a:p>
            <a:fld id="{E9EEF5BF-B5F1-4399-904B-40398DC385D6}" type="slidenum">
              <a:rPr lang="en-US" smtClean="0"/>
              <a:t>9</a:t>
            </a:fld>
            <a:endParaRPr lang="en-US"/>
          </a:p>
        </p:txBody>
      </p:sp>
    </p:spTree>
    <p:extLst>
      <p:ext uri="{BB962C8B-B14F-4D97-AF65-F5344CB8AC3E}">
        <p14:creationId xmlns:p14="http://schemas.microsoft.com/office/powerpoint/2010/main" val="1609139326"/>
      </p:ext>
    </p:extLst>
  </p:cSld>
  <p:clrMapOvr>
    <a:masterClrMapping/>
  </p:clrMapOvr>
  <p:transition spd="slow">
    <p:cover/>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Circuit</Template>
  <TotalTime>79</TotalTime>
  <Words>211</Words>
  <Application>Microsoft Office PowerPoint</Application>
  <PresentationFormat>Widescreen</PresentationFormat>
  <Paragraphs>52</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Arial</vt:lpstr>
      <vt:lpstr>Tw Cen MT</vt:lpstr>
      <vt:lpstr>Circuit</vt:lpstr>
      <vt:lpstr>Csu cyberrange expansion – 04/24/2026</vt:lpstr>
      <vt:lpstr>Statement of purpose</vt:lpstr>
      <vt:lpstr>Research &amp; background</vt:lpstr>
      <vt:lpstr>Project language(s), software, and hardware</vt:lpstr>
      <vt:lpstr>Network Diagram</vt:lpstr>
      <vt:lpstr>Test Plan</vt:lpstr>
      <vt:lpstr>Live Demo</vt:lpstr>
      <vt:lpstr>Challenges overcome</vt:lpstr>
      <vt:lpstr>Future enhancements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Joshua P. Ingalls</dc:creator>
  <cp:lastModifiedBy>Joshua P. Ingalls</cp:lastModifiedBy>
  <cp:revision>1</cp:revision>
  <dcterms:created xsi:type="dcterms:W3CDTF">2026-04-24T20:40:16Z</dcterms:created>
  <dcterms:modified xsi:type="dcterms:W3CDTF">2026-04-24T21:59:45Z</dcterms:modified>
</cp:coreProperties>
</file>